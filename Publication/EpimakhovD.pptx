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61" r:id="rId5"/>
    <p:sldId id="258" r:id="rId6"/>
    <p:sldId id="259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E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2" autoAdjust="0"/>
    <p:restoredTop sz="94660"/>
  </p:normalViewPr>
  <p:slideViewPr>
    <p:cSldViewPr snapToGrid="0">
      <p:cViewPr>
        <p:scale>
          <a:sx n="75" d="100"/>
          <a:sy n="75" d="100"/>
        </p:scale>
        <p:origin x="1662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3E235F-ECA5-440C-A671-38E818426F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325131C-DFDD-43F6-90C8-F9D459782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CE54BF-5396-4E3E-960C-B943CEE78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43EDD-EEAB-4020-9671-DADAABE9F911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268A36-8B90-4C77-AC81-5E17AFD95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B0C4C4-C0C6-4B38-9641-316BEC19A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4CE7-5B1C-473F-8585-AF0555BE3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2113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31C9AB-1C72-457D-A9A3-DF031682B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E4FAAA-CB71-4721-8078-C68931CFB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E6F8EB-F93A-4CB6-964D-E7F48636A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43EDD-EEAB-4020-9671-DADAABE9F911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420B49-065E-486C-8501-5F3E3604E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F326BB-2CDD-44AD-B304-751B8729B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4CE7-5B1C-473F-8585-AF0555BE3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413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1D9CE9-72AD-48BD-B8BF-BDCEBBCA0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8A95A66-6D7A-4DA3-8BC3-CB70D9164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EBC741-518C-4FD9-9D33-80D1E6B5A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43EDD-EEAB-4020-9671-DADAABE9F911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657B71-5F47-4897-9867-D94BF0544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52FF5F-B7AC-4EC2-BB5F-B1CD1F63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4CE7-5B1C-473F-8585-AF0555BE3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1920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1E7553-279B-4C30-99E8-4B7B25ACD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34095D-96E2-48AD-A285-D250A7F6B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3D45EAC-D7A8-4F7B-AAE8-6C6EBD266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931B259-8568-4D16-8FE6-3164BEE3A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43EDD-EEAB-4020-9671-DADAABE9F911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585883-6712-469B-83B6-9200D41BA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36D7ED2-965C-4D29-B4AD-DD075EA78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4CE7-5B1C-473F-8585-AF0555BE3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7621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97727B-F7D0-49BB-8612-4AA7EBE6D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1104CF-A97B-46C0-9D0A-8B1719381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0F3E4D1-9A5D-4FC3-B79A-BAC75A5F16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A7F2A95-C62D-4529-BE39-907BEDF076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9A9551C-509B-47BB-AC21-E1DB1A2F55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7E40866-6108-4B77-9ECF-DEBAC220D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43EDD-EEAB-4020-9671-DADAABE9F911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1F0BA0C-F85D-4D78-9E2A-8B3B24158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9A5F7B0-78CB-4C8D-BC62-638F8A6DB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4CE7-5B1C-473F-8585-AF0555BE3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8665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765331-FBDC-448A-BF10-B820CA0AE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907B6F8-9D04-4685-94F9-11AAA83D3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43EDD-EEAB-4020-9671-DADAABE9F911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1295E18-1F83-4001-A1F7-F2E2C4AB4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6527311-7F4D-43FE-BAAE-8339B8422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4CE7-5B1C-473F-8585-AF0555BE3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87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F8EEF96-8336-4380-A07B-43D21213C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43EDD-EEAB-4020-9671-DADAABE9F911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20345A3-A57F-4011-9FBB-E0A247503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52FBDB-48E8-411F-879E-B0314877A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4CE7-5B1C-473F-8585-AF0555BE3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882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2B8C7D-D651-49B4-A78F-58D8C1C2F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982A33-1A44-4178-AB09-0A992B7AE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F73B62-398C-4CCD-AFB5-6E7E3F13C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330B39-F094-49DC-8D40-BECC21382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43EDD-EEAB-4020-9671-DADAABE9F911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FAB0422-40B5-480E-9CDD-0F671BB17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0589C07-B1E6-4ADC-815B-BBC14BAC9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4CE7-5B1C-473F-8585-AF0555BE3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624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8A4462-AF66-4EFC-82C9-2E82BF076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C0600E2-C3F9-4D18-BBA6-E5EB4B63F1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A9C09F-9F03-4780-9C9E-761D34B7FC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9C6F67B-8670-4079-81B3-DBDCE1BAF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43EDD-EEAB-4020-9671-DADAABE9F911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88377FE-9443-4B0F-98F7-F8097A989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B43E35E-23FD-42D7-A3A5-FAE06EDD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4CE7-5B1C-473F-8585-AF0555BE3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1505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453496-2A4C-4BB8-82F2-DEE1463BE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26984F8-B6BA-490A-9604-C705148F5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CA6209-6993-4E27-99F1-2CB892BB2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43EDD-EEAB-4020-9671-DADAABE9F911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F3BC81-9133-43F7-B2E4-34741AE05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441032-274B-4DB8-8BAE-CFB16FD8C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4CE7-5B1C-473F-8585-AF0555BE3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7481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1B21DA4-96BB-4740-B9DD-C7DBF881D8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BECFC7C-503B-4DAB-8A14-C47F957D0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FD389D-552C-483F-8B41-23190E0C6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43EDD-EEAB-4020-9671-DADAABE9F911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CD63FA-298B-4ABB-9B6D-BC3A302F5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E6D631-599A-421E-940C-C94779685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4CE7-5B1C-473F-8585-AF0555BE3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041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5F6AEC-149A-4B22-8382-67822F289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D529284-8E03-4F6A-BE6C-673F361A3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8E9995-D218-4529-9AE1-220F923388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D43EDD-EEAB-4020-9671-DADAABE9F911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C16161-53D7-4A6D-9D58-81EB5614F0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E22BD3-5615-4D5E-AD23-ADF57D0DE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724CE7-5B1C-473F-8585-AF0555BE3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1434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E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12624E-B68E-46FA-B79E-981647CC35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КАЛЬКУЛЯТОР ПЛОЩАДИ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B8261BF-0DF3-42F7-92DB-0C30AAF448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ru-RU" dirty="0"/>
              <a:t>Епимахов Денис</a:t>
            </a:r>
          </a:p>
        </p:txBody>
      </p:sp>
    </p:spTree>
    <p:extLst>
      <p:ext uri="{BB962C8B-B14F-4D97-AF65-F5344CB8AC3E}">
        <p14:creationId xmlns:p14="http://schemas.microsoft.com/office/powerpoint/2010/main" val="2007507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E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25C698A-CC6F-42DD-81A5-8E943DE8ACDE}"/>
              </a:ext>
            </a:extLst>
          </p:cNvPr>
          <p:cNvSpPr/>
          <p:nvPr/>
        </p:nvSpPr>
        <p:spPr>
          <a:xfrm>
            <a:off x="7630160" y="192903"/>
            <a:ext cx="3860800" cy="642325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12624E-B68E-46FA-B79E-981647CC35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000" y="568961"/>
            <a:ext cx="5313680" cy="756602"/>
          </a:xfrm>
        </p:spPr>
        <p:txBody>
          <a:bodyPr>
            <a:normAutofit/>
          </a:bodyPr>
          <a:lstStyle/>
          <a:p>
            <a:pPr algn="just"/>
            <a:r>
              <a:rPr lang="ru-RU" sz="2400" b="1" dirty="0"/>
              <a:t>Калькулятор предназначен для расчета стоимости квартиры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E9D74CE2-8F99-4059-8258-8A3407C84703}"/>
              </a:ext>
            </a:extLst>
          </p:cNvPr>
          <p:cNvSpPr txBox="1">
            <a:spLocks/>
          </p:cNvSpPr>
          <p:nvPr/>
        </p:nvSpPr>
        <p:spPr>
          <a:xfrm>
            <a:off x="254000" y="1505868"/>
            <a:ext cx="5313680" cy="122134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400" dirty="0"/>
              <a:t>Приложение состоит из 3 экранов</a:t>
            </a:r>
            <a:r>
              <a:rPr lang="en-US" sz="2400" dirty="0"/>
              <a:t>:</a:t>
            </a:r>
          </a:p>
          <a:p>
            <a:pPr algn="just"/>
            <a:r>
              <a:rPr lang="ru-RU" sz="2400" dirty="0"/>
              <a:t>1</a:t>
            </a:r>
            <a:r>
              <a:rPr lang="en-US" sz="2400" dirty="0"/>
              <a:t>) </a:t>
            </a:r>
            <a:r>
              <a:rPr lang="ru-RU" sz="2400" dirty="0"/>
              <a:t>Экран входа. Пользователь заполняет поля для ввода данных и переходит на следующий экран.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8F65B2D-2C95-4642-9159-D2ABFC29F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0840" y="568961"/>
            <a:ext cx="3139440" cy="573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963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E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25C698A-CC6F-42DD-81A5-8E943DE8ACDE}"/>
              </a:ext>
            </a:extLst>
          </p:cNvPr>
          <p:cNvSpPr/>
          <p:nvPr/>
        </p:nvSpPr>
        <p:spPr>
          <a:xfrm>
            <a:off x="7630160" y="192903"/>
            <a:ext cx="3860800" cy="642325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12624E-B68E-46FA-B79E-981647CC35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000" y="568961"/>
            <a:ext cx="5313680" cy="756602"/>
          </a:xfrm>
        </p:spPr>
        <p:txBody>
          <a:bodyPr>
            <a:normAutofit/>
          </a:bodyPr>
          <a:lstStyle/>
          <a:p>
            <a:pPr algn="just"/>
            <a:r>
              <a:rPr lang="ru-RU" sz="2400" b="1" dirty="0"/>
              <a:t>Калькулятор предназначен для расчета стоимости квартиры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E9D74CE2-8F99-4059-8258-8A3407C84703}"/>
              </a:ext>
            </a:extLst>
          </p:cNvPr>
          <p:cNvSpPr txBox="1">
            <a:spLocks/>
          </p:cNvSpPr>
          <p:nvPr/>
        </p:nvSpPr>
        <p:spPr>
          <a:xfrm>
            <a:off x="254000" y="1505868"/>
            <a:ext cx="5499100" cy="182153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400" dirty="0"/>
              <a:t>Приложение состоит из 3 экранов</a:t>
            </a:r>
            <a:r>
              <a:rPr lang="en-US" sz="2400" dirty="0"/>
              <a:t>:</a:t>
            </a:r>
          </a:p>
          <a:p>
            <a:pPr algn="just"/>
            <a:r>
              <a:rPr lang="ru-RU" sz="2400" dirty="0"/>
              <a:t>2</a:t>
            </a:r>
            <a:r>
              <a:rPr lang="en-US" sz="2400" dirty="0"/>
              <a:t>) </a:t>
            </a:r>
            <a:r>
              <a:rPr lang="ru-RU" sz="2400" dirty="0"/>
              <a:t>Экран расчета площади. Пользователь выбирает тип квартиры и вводит количество метров для расчета стоимости. </a:t>
            </a:r>
          </a:p>
          <a:p>
            <a:pPr algn="just"/>
            <a:endParaRPr lang="ru-RU" sz="2400" dirty="0"/>
          </a:p>
          <a:p>
            <a:pPr algn="just"/>
            <a:r>
              <a:rPr lang="ru-RU" sz="2400" dirty="0"/>
              <a:t>После чего выводится результат и по нажатию на кнопку, пользователь переходит на следующий экран.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422CA07-7B89-4C5D-8F5F-F28670924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952" y="575864"/>
            <a:ext cx="3153215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370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E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25C698A-CC6F-42DD-81A5-8E943DE8ACDE}"/>
              </a:ext>
            </a:extLst>
          </p:cNvPr>
          <p:cNvSpPr/>
          <p:nvPr/>
        </p:nvSpPr>
        <p:spPr>
          <a:xfrm>
            <a:off x="7630160" y="192903"/>
            <a:ext cx="3860800" cy="642325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12624E-B68E-46FA-B79E-981647CC35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000" y="568961"/>
            <a:ext cx="5313680" cy="756602"/>
          </a:xfrm>
        </p:spPr>
        <p:txBody>
          <a:bodyPr>
            <a:normAutofit/>
          </a:bodyPr>
          <a:lstStyle/>
          <a:p>
            <a:pPr algn="just"/>
            <a:r>
              <a:rPr lang="ru-RU" sz="2400" b="1" dirty="0"/>
              <a:t>Калькулятор предназначен для расчета стоимости квартиры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E9D74CE2-8F99-4059-8258-8A3407C84703}"/>
              </a:ext>
            </a:extLst>
          </p:cNvPr>
          <p:cNvSpPr txBox="1">
            <a:spLocks/>
          </p:cNvSpPr>
          <p:nvPr/>
        </p:nvSpPr>
        <p:spPr>
          <a:xfrm>
            <a:off x="254000" y="1505868"/>
            <a:ext cx="5313680" cy="178343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400" dirty="0"/>
              <a:t>Приложение состоит из 3 экранов</a:t>
            </a:r>
            <a:r>
              <a:rPr lang="en-US" sz="2400" dirty="0"/>
              <a:t>:</a:t>
            </a:r>
          </a:p>
          <a:p>
            <a:pPr algn="just"/>
            <a:r>
              <a:rPr lang="ru-RU" sz="2400" dirty="0"/>
              <a:t>3</a:t>
            </a:r>
            <a:r>
              <a:rPr lang="en-US" sz="2400" dirty="0"/>
              <a:t>) </a:t>
            </a:r>
            <a:r>
              <a:rPr lang="ru-RU" sz="2400" dirty="0"/>
              <a:t>Экран вывода информации. Данные рассчитанные на предыдущем экране отображаются здесь. </a:t>
            </a:r>
          </a:p>
          <a:p>
            <a:pPr algn="just"/>
            <a:endParaRPr lang="ru-RU" sz="2400" dirty="0"/>
          </a:p>
          <a:p>
            <a:pPr algn="just"/>
            <a:r>
              <a:rPr lang="ru-RU" sz="2400" dirty="0"/>
              <a:t>По нажатию на кнопку пользователь попадает на начальный экран.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FC672AB-E04F-4030-BADC-560A62BD3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341" y="670561"/>
            <a:ext cx="3151048" cy="570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745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E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25C698A-CC6F-42DD-81A5-8E943DE8ACDE}"/>
              </a:ext>
            </a:extLst>
          </p:cNvPr>
          <p:cNvSpPr/>
          <p:nvPr/>
        </p:nvSpPr>
        <p:spPr>
          <a:xfrm>
            <a:off x="7340958" y="192903"/>
            <a:ext cx="4150002" cy="642325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12624E-B68E-46FA-B79E-981647CC35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395" y="337141"/>
            <a:ext cx="5313680" cy="756602"/>
          </a:xfrm>
        </p:spPr>
        <p:txBody>
          <a:bodyPr>
            <a:normAutofit/>
          </a:bodyPr>
          <a:lstStyle/>
          <a:p>
            <a:pPr algn="just"/>
            <a:r>
              <a:rPr lang="ru-RU" sz="2400" b="1" dirty="0"/>
              <a:t>Схема классов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F53ECDB-3318-4634-AD9F-6D865FB0F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684" y="917628"/>
            <a:ext cx="3778550" cy="49738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3CD04D-983C-4D90-9850-6D5DA8E8F479}"/>
              </a:ext>
            </a:extLst>
          </p:cNvPr>
          <p:cNvSpPr txBox="1"/>
          <p:nvPr/>
        </p:nvSpPr>
        <p:spPr>
          <a:xfrm>
            <a:off x="469900" y="1346200"/>
            <a:ext cx="30353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Классы</a:t>
            </a:r>
            <a:r>
              <a:rPr lang="en-US" sz="2200" dirty="0"/>
              <a:t> </a:t>
            </a:r>
            <a:r>
              <a:rPr lang="ru-RU" sz="2200" dirty="0"/>
              <a:t>экранов</a:t>
            </a:r>
            <a:r>
              <a:rPr lang="en-US" sz="2200" dirty="0"/>
              <a:t>: </a:t>
            </a:r>
          </a:p>
          <a:p>
            <a:r>
              <a:rPr lang="en-US" sz="2200" dirty="0" err="1"/>
              <a:t>AccountActivity</a:t>
            </a:r>
            <a:endParaRPr lang="en-US" sz="2200" dirty="0"/>
          </a:p>
          <a:p>
            <a:r>
              <a:rPr lang="en-US" sz="2200" dirty="0" err="1"/>
              <a:t>CalculationActivity</a:t>
            </a:r>
            <a:endParaRPr lang="ru-RU" sz="2200" dirty="0"/>
          </a:p>
          <a:p>
            <a:r>
              <a:rPr lang="en-US" sz="2200" dirty="0" err="1"/>
              <a:t>FlatBankActivity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769700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E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25C698A-CC6F-42DD-81A5-8E943DE8ACDE}"/>
              </a:ext>
            </a:extLst>
          </p:cNvPr>
          <p:cNvSpPr/>
          <p:nvPr/>
        </p:nvSpPr>
        <p:spPr>
          <a:xfrm>
            <a:off x="7340958" y="192903"/>
            <a:ext cx="4150002" cy="642325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12624E-B68E-46FA-B79E-981647CC35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395" y="337141"/>
            <a:ext cx="5313680" cy="756602"/>
          </a:xfrm>
        </p:spPr>
        <p:txBody>
          <a:bodyPr>
            <a:normAutofit/>
          </a:bodyPr>
          <a:lstStyle/>
          <a:p>
            <a:pPr algn="just"/>
            <a:r>
              <a:rPr lang="ru-RU" sz="2400" b="1" dirty="0"/>
              <a:t>Используемые архитектурные решения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F53ECDB-3318-4634-AD9F-6D865FB0F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684" y="917628"/>
            <a:ext cx="3778550" cy="49738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E3A425-A340-4F53-8E51-3601DCD6FDD2}"/>
              </a:ext>
            </a:extLst>
          </p:cNvPr>
          <p:cNvSpPr txBox="1"/>
          <p:nvPr/>
        </p:nvSpPr>
        <p:spPr>
          <a:xfrm>
            <a:off x="318395" y="1371600"/>
            <a:ext cx="44831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Разработка происходила на языке программирования </a:t>
            </a:r>
            <a:r>
              <a:rPr lang="en-US" sz="2200" dirty="0"/>
              <a:t>Kotlin </a:t>
            </a:r>
            <a:r>
              <a:rPr lang="ru-RU" sz="2200" dirty="0"/>
              <a:t>в </a:t>
            </a:r>
            <a:r>
              <a:rPr lang="en-US" sz="2200" dirty="0"/>
              <a:t>Android Studio</a:t>
            </a:r>
          </a:p>
        </p:txBody>
      </p:sp>
    </p:spTree>
    <p:extLst>
      <p:ext uri="{BB962C8B-B14F-4D97-AF65-F5344CB8AC3E}">
        <p14:creationId xmlns:p14="http://schemas.microsoft.com/office/powerpoint/2010/main" val="249258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E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25C698A-CC6F-42DD-81A5-8E943DE8ACDE}"/>
              </a:ext>
            </a:extLst>
          </p:cNvPr>
          <p:cNvSpPr/>
          <p:nvPr/>
        </p:nvSpPr>
        <p:spPr>
          <a:xfrm>
            <a:off x="1803466" y="3132023"/>
            <a:ext cx="8775700" cy="323596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12624E-B68E-46FA-B79E-981647CC35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395" y="337141"/>
            <a:ext cx="5313680" cy="756602"/>
          </a:xfrm>
        </p:spPr>
        <p:txBody>
          <a:bodyPr>
            <a:normAutofit/>
          </a:bodyPr>
          <a:lstStyle/>
          <a:p>
            <a:pPr algn="just"/>
            <a:r>
              <a:rPr lang="ru-RU" sz="2400" b="1" dirty="0"/>
              <a:t>Используемые библиотеки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18B89CB-2F20-4D4D-B4B8-A6C0F3EAE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932" y="3429000"/>
            <a:ext cx="8470768" cy="264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6196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</TotalTime>
  <Words>137</Words>
  <Application>Microsoft Office PowerPoint</Application>
  <PresentationFormat>Широкоэкранный</PresentationFormat>
  <Paragraphs>23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КАЛЬКУЛЯТОР ПЛОЩАДИ</vt:lpstr>
      <vt:lpstr>Калькулятор предназначен для расчета стоимости квартиры</vt:lpstr>
      <vt:lpstr>Калькулятор предназначен для расчета стоимости квартиры</vt:lpstr>
      <vt:lpstr>Калькулятор предназначен для расчета стоимости квартиры</vt:lpstr>
      <vt:lpstr>Схема классов</vt:lpstr>
      <vt:lpstr>Используемые архитектурные решения</vt:lpstr>
      <vt:lpstr>Используемые библиотеки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КАЛЬКУЛЯТОР ПЛОЩАДИ</dc:title>
  <dc:creator>st305a05</dc:creator>
  <cp:lastModifiedBy>st305a05</cp:lastModifiedBy>
  <cp:revision>5</cp:revision>
  <dcterms:created xsi:type="dcterms:W3CDTF">2025-12-06T06:31:55Z</dcterms:created>
  <dcterms:modified xsi:type="dcterms:W3CDTF">2025-12-06T07:16:48Z</dcterms:modified>
</cp:coreProperties>
</file>